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Swiggy Vibe — Stakeholder Presentation (Draft)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—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Swiggy Vibe: Mood-Based Discovery</a:t>
            </a:r>
          </a:p>
          <a:p>
            <a:pPr>
              <a:defRPr sz="1800"/>
            </a:pPr>
            <a:r>
              <a:t>PM: (TBD) | Date: 2026-04-05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—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Users face choice overload; discovery doesn't match emotional context.</a:t>
            </a:r>
          </a:p>
          <a:p>
            <a:pPr>
              <a:defRPr sz="1800"/>
            </a:pPr>
            <a:r>
              <a:t>Opportunity: increase conversion by surfacing mood-aligned offers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— Vision &amp;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Vision: Help users find food that matches how they feel.</a:t>
            </a:r>
          </a:p>
          <a:p>
            <a:pPr>
              <a:defRPr sz="1800"/>
            </a:pPr>
            <a:r>
              <a:t>Goals: Reduce time-to-order, increase conversion, grow retention.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—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Mood Picker (Mood-O-Meter)</a:t>
            </a:r>
          </a:p>
          <a:p>
            <a:pPr>
              <a:defRPr sz="1800"/>
            </a:pPr>
            <a:r>
              <a:t>Mood Results Page (curated hero + ranked list)</a:t>
            </a:r>
          </a:p>
          <a:p>
            <a:pPr>
              <a:defRPr sz="1800"/>
            </a:pPr>
            <a:r>
              <a:t>One-tap combos and merchant mood tags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—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Expected uplift in Discovery-to-Cart, AOV, and retention.</a:t>
            </a:r>
          </a:p>
          <a:p>
            <a:pPr>
              <a:defRPr sz="1800"/>
            </a:pPr>
            <a:r>
              <a:t>New revenue from mood-specific sponsored slots and brand campaigns.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— Metrics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North Star: Discovery-to-Cart Conversion Ratio</a:t>
            </a:r>
          </a:p>
          <a:p>
            <a:pPr>
              <a:defRPr sz="1800"/>
            </a:pPr>
            <a:r>
              <a:t>L1: Vibe CTR, Vibe Conversion, Time-to-order</a:t>
            </a:r>
          </a:p>
          <a:p>
            <a:pPr>
              <a:defRPr sz="1800"/>
            </a:pPr>
            <a:r>
              <a:t>Guardrails: Platform conversion, cancellation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— Pilot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2–3 pilot cities, 4–6 week test, 10% treatment (randomized)</a:t>
            </a:r>
          </a:p>
          <a:p>
            <a:pPr>
              <a:defRPr sz="1800"/>
            </a:pPr>
            <a:r>
              <a:t>Success gates and next steps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— Ask to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Engineering: API, ranking, and feature flags</a:t>
            </a:r>
          </a:p>
          <a:p>
            <a:pPr>
              <a:defRPr sz="1800"/>
            </a:pPr>
            <a:r>
              <a:t>Design: wireframes and mood palette</a:t>
            </a:r>
          </a:p>
          <a:p>
            <a:pPr>
              <a:defRPr sz="1800"/>
            </a:pPr>
            <a:r>
              <a:t>Ops: merchant partner onboarding</a:t>
            </a:r>
          </a:p>
          <a:p>
            <a:pPr>
              <a:defRPr sz="1800"/>
            </a:pPr>
            <a:r>
              <a:t>Marketing: pilot campaign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— 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Mood misinterpretation, surge load, merchant fairness — mitigations summarized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—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See Gantt: 6–8 week milestones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—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Approve pilot, confirm pilot cities, allocate eng resources</a:t>
            </a:r>
          </a:p>
          <a:p>
            <a:pPr>
              <a:defRPr sz="1800"/>
            </a:pPr>
            <a:r>
              <a:t>(End of draft — can convert to PPTX on request)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